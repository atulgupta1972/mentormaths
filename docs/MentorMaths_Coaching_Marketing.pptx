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5B4FC"/>
                </a:solidFill>
                <a:latin typeface="Calibri"/>
              </a:rPr>
              <a:t>MENTORMATHS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Plan · Practice · Perform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0E7FF"/>
                </a:solidFill>
                <a:latin typeface="Calibri"/>
              </a:rPr>
              <a:t>The maths coaching OS — exam plans, daily drills, revision queues,
and parent alerts built by a teacher who runs real classes.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7D2FE"/>
                </a:solidFill>
                <a:latin typeface="Calibri"/>
              </a:rPr>
              <a:t>For coaching classes &amp; serious home mentors  ·  mentormaths.in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One line coaches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Punch lines you can put on a flyer or WhatsApp broadcast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07007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Not another question bank.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A full coaching operating system — plan → practice → exam → revise.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11247120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6712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Wrong answers never die quietly.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9631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Every miss enters a revision queue until the student redoes it right.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11247120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27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Parents see progress without chasing you.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564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Email + WhatsApp when work is done — score, time, and what went wrong.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77639"/>
            <a:ext cx="11247120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8736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Built in the classroom, not a boardroom.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16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Made by a practising mentor · shipped weekly with agile changes for real batches.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37759"/>
            <a:ext cx="11247120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474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TrainingPeaks for Maths.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76671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Syllabus plan + daily workout + race day (school exam) + performance stats.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mentormaths.in  ·  Plan · Practice · Perform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coaching-class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Generic apps don’t run a batch the way you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2410C"/>
                </a:solidFill>
                <a:latin typeface="Calibri"/>
              </a:rPr>
              <a:t>Today’s pain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WhatsApp groups full of PDFs — no completion truth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Excel trackers go stale every exam week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Students “finish” but wrong sums never get redone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Parents ask “how is he doing?” — you dig for answers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One syllabus, many exam dates per child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With MentorMaths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Live class dashboard: completion, score, hours, revision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Per-student exam plan tied to chapters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Revision queue: pending + wrong until cleared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Auto email / WhatsApp on every submission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Content bank: practice, test, written, FIB, formula, books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mentormaths.in  ·  Plan · Practice · Perform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Coaching-class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Class status &amp; exam plans — who is ready for the next paper</a:t>
            </a:r>
          </a:p>
        </p:txBody>
      </p:sp>
      <p:pic>
        <p:nvPicPr>
          <p:cNvPr id="5" name="Picture 4" descr="c__Users_Atul.Gupta_AppData_Roaming_Cursor_User_workspaceStorage_ad0ab84d653cd53839d2ffba3a60bed5_images_image-0aad162b-3c07-417a-8bca-2234a80d30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9245782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mentormaths.in  ·  Plan · Practice · Perform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the coach sees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From the class screen — actionable, not decorative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383280" cy="1737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1B4B"/>
                </a:solidFill>
                <a:latin typeface="Calibri"/>
              </a:rPr>
              <a:t>Completion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Sets done vs planned for studied chapters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188720"/>
            <a:ext cx="3383280" cy="1737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1B4B"/>
                </a:solidFill>
                <a:latin typeface="Calibri"/>
              </a:rPr>
              <a:t>Score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202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Average across scored attempts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188720"/>
            <a:ext cx="3383280" cy="1737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1B4B"/>
                </a:solidFill>
                <a:latin typeface="Calibri"/>
              </a:rPr>
              <a:t>Revision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Pending + wrong still to redo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3383280" cy="1737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1B4B"/>
                </a:solidFill>
                <a:latin typeface="Calibri"/>
              </a:rPr>
              <a:t>Days &amp;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Login streak and active study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3291840"/>
            <a:ext cx="3383280" cy="1737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1B4B"/>
                </a:solidFill>
                <a:latin typeface="Calibri"/>
              </a:rPr>
              <a:t>Exam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0233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Half-yearly / unit test date per child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3291840"/>
            <a:ext cx="3383280" cy="1737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1B4B"/>
                </a:solidFill>
                <a:latin typeface="Calibri"/>
              </a:rPr>
              <a:t>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0233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“4 students have no upcoming exam plan”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mentormaths.in  ·  Plan · Practice · Perform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Student view — study plan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Same truth the coach sees · chapters tagged to exam date</a:t>
            </a:r>
          </a:p>
        </p:txBody>
      </p:sp>
      <p:pic>
        <p:nvPicPr>
          <p:cNvPr id="5" name="Picture 4" descr="c__Users_Atul.Gupta_AppData_Roaming_Cursor_User_workspaceStorage_ad0ab84d653cd53839d2ffba3a60bed5_images_image-be5f5df5-191d-4ea2-aefd-43becf1a11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0157595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mentormaths.in  ·  Plan · Practice · Perform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drill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Mastery = finish the set + clear every wrong sum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Guided practice: one sum at a time, hints, give-up tracked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Learner / Achiever / Expert mixes — not one-size worksheets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Wrong answers → revision queue (pending until redone)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Basics drill: tables / squares / cubes with seconds-per-blank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Formula drill: daily spaced practice from your bank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Chapter tests autosave — WiFi drop doesn’t wipe progress</a:t>
            </a:r>
          </a:p>
        </p:txBody>
      </p:sp>
      <p:pic>
        <p:nvPicPr>
          <p:cNvPr id="6" name="Picture 5" descr="c__Users_Atul.Gupta_AppData_Roaming_Cursor_User_workspaceStorage_ad0ab84d653cd53839d2ffba3a60bed5_images_image-7e37a4f7-7aef-45b5-904f-9c2845b68c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43000"/>
            <a:ext cx="5394960" cy="24235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mentormaths.in  ·  Plan · Practice · Perform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Content coverage — your bank, chapter ×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Practice · Test · Written · Fill-blank · Formula · Books</a:t>
            </a:r>
          </a:p>
        </p:txBody>
      </p:sp>
      <p:pic>
        <p:nvPicPr>
          <p:cNvPr id="5" name="Picture 4" descr="c__Users_Atul.Gupta_AppData_Roaming_Cursor_User_workspaceStorage_ad0ab84d653cd53839d2ffba3a60bed5_images_image-cbf36cc1-44f0-495a-b708-3b204596f7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0706654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mentormaths.in  ·  Plan · Practice · Perform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Email &amp; WhatsApp — parents stay in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Every submission: score, time, attempt history, what went wrong</a:t>
            </a:r>
          </a:p>
        </p:txBody>
      </p:sp>
      <p:pic>
        <p:nvPicPr>
          <p:cNvPr id="5" name="Picture 4" descr="c__Users_Atul.Gupta_AppData_Roaming_Cursor_User_workspaceStorage_ad0ab84d653cd53839d2ffba3a60bed5_images_image-9c726a82-f7eb-4e3f-98fc-e7eadb8d77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6387569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2801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In the 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Attempt # and score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Time taken vs target date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All prior attempts compared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First-try correct / hints used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“What went wrong” review list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WhatsApp templates for assignments too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mentormaths.in  ·  Plan · Practice · Perform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How we differ from market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Question banks &amp; tuition CRMs vs a coaching 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468880" cy="640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097280"/>
            <a:ext cx="2743200" cy="6400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18872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Generic Q-bank
/ YouTube packs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097280"/>
            <a:ext cx="2743200" cy="6400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18872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Tuition CRM
/ fee apps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1097280"/>
            <a:ext cx="3017520" cy="6400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188720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MentorMaths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83080"/>
            <a:ext cx="2468880" cy="50292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892807"/>
            <a:ext cx="2359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Exam-linked study plan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783080"/>
            <a:ext cx="274320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9232" y="1892807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783080"/>
            <a:ext cx="274320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25312" y="1892807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Calibri"/>
              </a:rPr>
              <a:t>Rare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1783080"/>
            <a:ext cx="301752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1392" y="1892807"/>
            <a:ext cx="29077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803D"/>
                </a:solidFill>
                <a:latin typeface="Calibri"/>
              </a:rPr>
              <a:t>Yes — per student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286000"/>
            <a:ext cx="2468880" cy="50292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2395728"/>
            <a:ext cx="2359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Revision of wrong sums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22860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9232" y="2395728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Calibri"/>
              </a:rPr>
              <a:t>Manual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22860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25312" y="2395728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2286000"/>
            <a:ext cx="3017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51392" y="2395728"/>
            <a:ext cx="29077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803D"/>
                </a:solidFill>
                <a:latin typeface="Calibri"/>
              </a:rPr>
              <a:t>Auto queue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788920"/>
            <a:ext cx="2468880" cy="50292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2898648"/>
            <a:ext cx="2359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Basics / formula drills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2788920"/>
            <a:ext cx="274320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9232" y="2898648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Calibri"/>
              </a:rPr>
              <a:t>Separate apps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2788920"/>
            <a:ext cx="274320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25312" y="2898648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0" y="2788920"/>
            <a:ext cx="301752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51392" y="2898648"/>
            <a:ext cx="29077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803D"/>
                </a:solidFill>
                <a:latin typeface="Calibri"/>
              </a:rPr>
              <a:t>Built-in, class-tuned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291839"/>
            <a:ext cx="2468880" cy="50292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3401568"/>
            <a:ext cx="2359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Parent email / WhatsApp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3291839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99232" y="3401568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Calibri"/>
              </a:rPr>
              <a:t>Ad-hoc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2160" y="3291839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25312" y="3401568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Calibri"/>
              </a:rPr>
              <a:t>Fees only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78240" y="3291839"/>
            <a:ext cx="3017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51392" y="3401568"/>
            <a:ext cx="29077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803D"/>
                </a:solidFill>
                <a:latin typeface="Calibri"/>
              </a:rPr>
              <a:t>On every attempt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794759"/>
            <a:ext cx="2468880" cy="50292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3904487"/>
            <a:ext cx="2359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Coach class dashboard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26080" y="3794759"/>
            <a:ext cx="274320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99232" y="3904487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Calibri"/>
              </a:rPr>
              <a:t>Weak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52160" y="3794759"/>
            <a:ext cx="274320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25312" y="3904487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Calibri"/>
              </a:rPr>
              <a:t>Attendance/fees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3794759"/>
            <a:ext cx="301752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51392" y="3904487"/>
            <a:ext cx="29077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803D"/>
                </a:solidFill>
                <a:latin typeface="Calibri"/>
              </a:rPr>
              <a:t>Completion · score · hours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297679"/>
            <a:ext cx="2468880" cy="50292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" y="4407407"/>
            <a:ext cx="2359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Content matrix (books+sets)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26080" y="4297679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99232" y="4407407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Calibri"/>
              </a:rPr>
              <a:t>Flat folders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52160" y="4297679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25312" y="4407407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78240" y="4297679"/>
            <a:ext cx="3017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51392" y="4407407"/>
            <a:ext cx="29077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803D"/>
                </a:solidFill>
                <a:latin typeface="Calibri"/>
              </a:rPr>
              <a:t>Chapter × format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800599"/>
            <a:ext cx="2468880" cy="50292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8912" y="4910327"/>
            <a:ext cx="2359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Agile changes for YOUR batch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26080" y="4800599"/>
            <a:ext cx="274320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99232" y="4910327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Calibri"/>
              </a:rPr>
              <a:t>Roadmap months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52160" y="4800599"/>
            <a:ext cx="274320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25312" y="4910327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Calibri"/>
              </a:rPr>
              <a:t>Vendor queue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78240" y="4800599"/>
            <a:ext cx="301752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851392" y="4910327"/>
            <a:ext cx="29077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803D"/>
                </a:solidFill>
                <a:latin typeface="Calibri"/>
              </a:rPr>
              <a:t>Weekly — owner builds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mentormaths.in  ·  Plan · Practice · Perform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Built by the mentor · shipped with agile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Not a distant SaaS — tuned for the classes that use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1B4B"/>
                </a:solidFill>
                <a:latin typeface="Calibri"/>
              </a:rPr>
              <a:t>Practitioner-built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Designed while teaching real CBSE batches — features come from classroom friction, not feature lists.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11247120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1B4B"/>
                </a:solidFill>
                <a:latin typeface="Calibri"/>
              </a:rPr>
              <a:t>Agile weekly releases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3463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Need a new drill range, exam label, or WhatsApp flow? Ship it for your class the same week.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20439"/>
            <a:ext cx="11247120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03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1B4B"/>
                </a:solidFill>
                <a:latin typeface="Calibri"/>
              </a:rPr>
              <a:t>Your syllabus, your books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2335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Ganita Prakash, RD Sharma, Greya Lakshmi… mapped chapter-wise into one coverage matrix.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09159"/>
            <a:ext cx="11247120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892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1B4B"/>
                </a:solidFill>
                <a:latin typeface="Calibri"/>
              </a:rPr>
              <a:t>Integrity + continuity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1207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Test protection, autosave on WiFi drops, Continue where the student left off.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mentormaths.in  ·  Plan · Practice · Perform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Ready for your next batch?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0E7FF"/>
                </a:solidFill>
                <a:latin typeface="Calibri"/>
              </a:rPr>
              <a:t>Run one class on MentorMaths for one exam cycle.
Watch completion, revision, and parent calm improve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A5B4FC"/>
                </a:solidFill>
                <a:latin typeface="Calibri"/>
              </a:rPr>
              <a:t>mentormaths.in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7D2FE"/>
                </a:solidFill>
                <a:latin typeface="Calibri"/>
              </a:rPr>
              <a:t>Plan · Practice · Perform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